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228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398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1786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8443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9988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602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561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725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067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9788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46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C3654-E68B-4950-96B8-E6AFF32845C3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8ABED-5882-493B-8451-E6AE7CBFB8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9491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971315" y="496388"/>
            <a:ext cx="2055222" cy="939075"/>
          </a:xfrm>
        </p:spPr>
        <p:txBody>
          <a:bodyPr>
            <a:normAutofit fontScale="90000"/>
          </a:bodyPr>
          <a:lstStyle/>
          <a:p>
            <a:r>
              <a:rPr lang="es-MX" sz="2800" dirty="0" smtClean="0"/>
              <a:t>COMPORTAMIENTO REQUERIDO:</a:t>
            </a:r>
            <a:endParaRPr lang="es-MX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C84770D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8045" y="207963"/>
            <a:ext cx="9715266" cy="636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63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</Words>
  <Application>Microsoft Office PowerPoint</Application>
  <PresentationFormat>Panorámica</PresentationFormat>
  <Paragraphs>1</Paragraphs>
  <Slides>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COMPORTAMIENTO REQUERIDO: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COMPORTAMIENTO REQUERIDO:</dc:title>
  <dc:creator>MACHENIKE</dc:creator>
  <cp:lastModifiedBy>MACHENIKE</cp:lastModifiedBy>
  <cp:revision>2</cp:revision>
  <dcterms:created xsi:type="dcterms:W3CDTF">2025-11-26T00:10:51Z</dcterms:created>
  <dcterms:modified xsi:type="dcterms:W3CDTF">2025-11-26T01:24:40Z</dcterms:modified>
</cp:coreProperties>
</file>