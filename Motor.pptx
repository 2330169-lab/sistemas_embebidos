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904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659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127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6533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335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19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40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883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4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0826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1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B3B96-B695-47C0-A3FF-9D5B766887E1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7F643-5003-4ACA-AEED-5CD188B5A0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81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200605" y="2490650"/>
            <a:ext cx="2690949" cy="879975"/>
          </a:xfrm>
        </p:spPr>
        <p:txBody>
          <a:bodyPr>
            <a:normAutofit/>
          </a:bodyPr>
          <a:lstStyle/>
          <a:p>
            <a:r>
              <a:rPr lang="es-MX" sz="2800" dirty="0" smtClean="0"/>
              <a:t>Comportamiento requerido</a:t>
            </a:r>
            <a:endParaRPr lang="es-MX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4" name="59C9E5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4828" y="112169"/>
            <a:ext cx="8656955" cy="665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4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Panorámica</PresentationFormat>
  <Paragraphs>1</Paragraphs>
  <Slides>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Comportamiento requerido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Comportamiento requerido</dc:title>
  <dc:creator>MACHENIKE</dc:creator>
  <cp:lastModifiedBy>MACHENIKE</cp:lastModifiedBy>
  <cp:revision>1</cp:revision>
  <dcterms:created xsi:type="dcterms:W3CDTF">2025-11-26T02:33:47Z</dcterms:created>
  <dcterms:modified xsi:type="dcterms:W3CDTF">2025-11-26T02:33:57Z</dcterms:modified>
</cp:coreProperties>
</file>