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2EF50-701D-43A5-A404-D673755C5BAF}" type="datetimeFigureOut">
              <a:rPr lang="es-MX" smtClean="0"/>
              <a:t>21/11/2025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AD74-EF09-4ACF-9A15-E7A4E8704E2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27026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2EF50-701D-43A5-A404-D673755C5BAF}" type="datetimeFigureOut">
              <a:rPr lang="es-MX" smtClean="0"/>
              <a:t>21/11/2025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AD74-EF09-4ACF-9A15-E7A4E8704E2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34935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2EF50-701D-43A5-A404-D673755C5BAF}" type="datetimeFigureOut">
              <a:rPr lang="es-MX" smtClean="0"/>
              <a:t>21/11/2025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AD74-EF09-4ACF-9A15-E7A4E8704E2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93520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2EF50-701D-43A5-A404-D673755C5BAF}" type="datetimeFigureOut">
              <a:rPr lang="es-MX" smtClean="0"/>
              <a:t>21/11/2025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AD74-EF09-4ACF-9A15-E7A4E8704E2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0292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2EF50-701D-43A5-A404-D673755C5BAF}" type="datetimeFigureOut">
              <a:rPr lang="es-MX" smtClean="0"/>
              <a:t>21/11/2025</a:t>
            </a:fld>
            <a:endParaRPr lang="es-MX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AD74-EF09-4ACF-9A15-E7A4E8704E2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74441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2EF50-701D-43A5-A404-D673755C5BAF}" type="datetimeFigureOut">
              <a:rPr lang="es-MX" smtClean="0"/>
              <a:t>21/11/2025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AD74-EF09-4ACF-9A15-E7A4E8704E2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0235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2EF50-701D-43A5-A404-D673755C5BAF}" type="datetimeFigureOut">
              <a:rPr lang="es-MX" smtClean="0"/>
              <a:t>21/11/2025</a:t>
            </a:fld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AD74-EF09-4ACF-9A15-E7A4E8704E2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8573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2EF50-701D-43A5-A404-D673755C5BAF}" type="datetimeFigureOut">
              <a:rPr lang="es-MX" smtClean="0"/>
              <a:t>21/11/2025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AD74-EF09-4ACF-9A15-E7A4E8704E2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24982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2EF50-701D-43A5-A404-D673755C5BAF}" type="datetimeFigureOut">
              <a:rPr lang="es-MX" smtClean="0"/>
              <a:t>21/11/2025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AD74-EF09-4ACF-9A15-E7A4E8704E2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40501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2EF50-701D-43A5-A404-D673755C5BAF}" type="datetimeFigureOut">
              <a:rPr lang="es-MX" smtClean="0"/>
              <a:t>21/11/2025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AD74-EF09-4ACF-9A15-E7A4E8704E2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08695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2EF50-701D-43A5-A404-D673755C5BAF}" type="datetimeFigureOut">
              <a:rPr lang="es-MX" smtClean="0"/>
              <a:t>21/11/2025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AD74-EF09-4ACF-9A15-E7A4E8704E2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17340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E2EF50-701D-43A5-A404-D673755C5BAF}" type="datetimeFigureOut">
              <a:rPr lang="es-MX" smtClean="0"/>
              <a:t>21/11/2025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79AD74-EF09-4ACF-9A15-E7A4E8704E2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07676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smtClean="0"/>
              <a:t>x</a:t>
            </a:r>
            <a:endParaRPr lang="es-MX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311082"/>
          </a:xfrm>
        </p:spPr>
        <p:txBody>
          <a:bodyPr>
            <a:normAutofit/>
          </a:bodyPr>
          <a:lstStyle/>
          <a:p>
            <a:r>
              <a:rPr lang="es-MX" dirty="0" smtClean="0"/>
              <a:t>x</a:t>
            </a:r>
            <a:endParaRPr lang="es-MX" dirty="0"/>
          </a:p>
        </p:txBody>
      </p:sp>
      <p:pic>
        <p:nvPicPr>
          <p:cNvPr id="4" name="C582CA7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804988" y="204788"/>
            <a:ext cx="8580437" cy="6446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557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Panorámica</PresentationFormat>
  <Paragraphs>2</Paragraphs>
  <Slides>1</Slides>
  <Notes>0</Notes>
  <HiddenSlides>0</HiddenSlides>
  <MMClips>1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MACHENIKE</dc:creator>
  <cp:lastModifiedBy>MACHENIKE</cp:lastModifiedBy>
  <cp:revision>1</cp:revision>
  <dcterms:created xsi:type="dcterms:W3CDTF">2025-11-22T02:39:55Z</dcterms:created>
  <dcterms:modified xsi:type="dcterms:W3CDTF">2025-11-22T02:41:23Z</dcterms:modified>
</cp:coreProperties>
</file>